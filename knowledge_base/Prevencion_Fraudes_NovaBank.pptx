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al Fraude Financiero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Principales amenazas en la banca digital y fintech.</a:t>
            </a:r>
          </a:p>
          <a:p>
            <a:pPr>
              <a:defRPr sz="2200"/>
            </a:pPr>
            <a:r>
              <a:t>Impacto financiero, regulatorio y reputacional.</a:t>
            </a:r>
          </a:p>
          <a:p>
            <a:pPr>
              <a:defRPr sz="2200"/>
            </a:pPr>
            <a:r>
              <a:t>Importancia de la cultura de prevención del fraude.</a:t>
            </a:r>
          </a:p>
          <a:p>
            <a:pPr>
              <a:defRPr sz="2200"/>
            </a:pPr>
            <a:r>
              <a:t>Responsabilidades de los colaboradores.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e Ingeniería Social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Identificación de correos y sitios web fraudulentos.</a:t>
            </a:r>
          </a:p>
          <a:p>
            <a:pPr>
              <a:defRPr sz="2200"/>
            </a:pPr>
            <a:r>
              <a:t>Solicitudes sospechosas de credenciales o códigos MFA.</a:t>
            </a:r>
          </a:p>
          <a:p>
            <a:pPr>
              <a:defRPr sz="2200"/>
            </a:pPr>
            <a:r>
              <a:t>Indicadores de ingeniería social y suplantación.</a:t>
            </a:r>
          </a:p>
          <a:p>
            <a:pPr>
              <a:defRPr sz="2200"/>
            </a:pPr>
            <a:r>
              <a:t>Procedimiento de reporte y contención.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Prevención y Detección Temprana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Autenticación multifactor (MFA).</a:t>
            </a:r>
          </a:p>
          <a:p>
            <a:pPr>
              <a:defRPr sz="2200"/>
            </a:pPr>
            <a:r>
              <a:t>Monitoreo de transacciones inusuales.</a:t>
            </a:r>
          </a:p>
          <a:p>
            <a:pPr>
              <a:defRPr sz="2200"/>
            </a:pPr>
            <a:r>
              <a:t>Validación de identidad y dispositivos.</a:t>
            </a:r>
          </a:p>
          <a:p>
            <a:pPr>
              <a:defRPr sz="2200"/>
            </a:pPr>
            <a:r>
              <a:t>Controles de acceso y respuesta ante incidentes.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Contracargos y Gestión de Disputas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Principales causas de contracargos.</a:t>
            </a:r>
          </a:p>
          <a:p>
            <a:pPr>
              <a:defRPr sz="2200"/>
            </a:pPr>
            <a:r>
              <a:t>Plazos de respuesta y documentación requerida.</a:t>
            </a:r>
          </a:p>
          <a:p>
            <a:pPr>
              <a:defRPr sz="2200"/>
            </a:pPr>
            <a:r>
              <a:t>Recolección de evidencias y trazabilidad.</a:t>
            </a:r>
          </a:p>
          <a:p>
            <a:pPr>
              <a:defRPr sz="2200"/>
            </a:pPr>
            <a:r>
              <a:t>Buenas prácticas para reducir pérdidas financieras.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